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README_PPT.md — 발표용 슬라이드
  ────────────────────────────────────────────────
  · GitHub 에서 열면 `---` 가로줄로 슬라이드가 자연스럽게 구분됩니다.
  · Marp / Marp for VS Code 로 열면 실제 PPT 슬라이드로 변환됩니다.
    (VS Code 에서 `Marp: Export slide deck` 선택)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Task</dc:title>
  <dc:subject>PptxGenJS Presentation</dc:subject>
  <dc:creator>Created by Marp</dc:creator>
  <cp:lastModifiedBy>Created by Marp</cp:lastModifiedBy>
  <cp:revision>1</cp:revision>
  <dcterms:created xsi:type="dcterms:W3CDTF">2026-04-12T23:55:35Z</dcterms:created>
  <dcterms:modified xsi:type="dcterms:W3CDTF">2026-04-12T23:55:35Z</dcterms:modified>
</cp:coreProperties>
</file>