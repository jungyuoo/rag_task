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README_PPT.md — 발표용 슬라이드
  ────────────────────────────────────────────────
  · GitHub 에서 열면 `---` 가로줄로 슬라이드가 자연스럽게 구분됩니다.
  · 실제 슬라이드로 보려면 README_PPT.pdf / README_PPT.pptx 사용.
  · 재빌드: npx @marp-team/marp-cli README_PPT.md --pdf --allow-local-files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Task</dc:title>
  <dc:subject>PptxGenJS Presentation</dc:subject>
  <dc:creator>Created by Marp</dc:creator>
  <cp:lastModifiedBy>Created by Marp</cp:lastModifiedBy>
  <cp:revision>1</cp:revision>
  <dcterms:created xsi:type="dcterms:W3CDTF">2026-04-13T00:01:13Z</dcterms:created>
  <dcterms:modified xsi:type="dcterms:W3CDTF">2026-04-13T00:01:13Z</dcterms:modified>
</cp:coreProperties>
</file>